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1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9146F-B0FD-48B7-9B60-205F58D8C9D6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1628C-6269-4055-A648-BB9D69363C9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78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$VAR_NOTE_1$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1628C-6269-4055-A648-BB9D69363C9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509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 note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variables: $VAR_NOTE_2</a:t>
            </a:r>
            <a:r>
              <a:rPr lang="es-ES"/>
              <a:t>$, $VAR_NOTE_3$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1628C-6269-4055-A648-BB9D69363C9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181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dirty="0"/>
              <a:t>Click to edit $VAR_TITLE$ style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r>
              <a:rPr lang="en-US" dirty="0"/>
              <a:t>$VAR_SUBTITLE$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$VAR_LIST$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  <p:pic>
        <p:nvPicPr>
          <p:cNvPr id="11" name="Picture 10" descr="$VAR_IMAGE$">
            <a:extLst>
              <a:ext uri="{FF2B5EF4-FFF2-40B4-BE49-F238E27FC236}">
                <a16:creationId xmlns:a16="http://schemas.microsoft.com/office/drawing/2014/main" id="{E938348F-99E0-F828-F1CB-06001B0AEB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659046"/>
            <a:ext cx="6169024" cy="483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$VAR_MASTER$ title style</a:t>
            </a:r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29/05/2024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DC04-31C5-5C83-22E3-CA15E3044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$VAR_TITLE</a:t>
            </a:r>
            <a:r>
              <a:rPr lang="es-ES" dirty="0"/>
              <a:t>$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6B90C-9E1B-3226-8923-7DF65194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Subtitle</a:t>
            </a:r>
            <a:r>
              <a:rPr lang="es-ES" dirty="0"/>
              <a:t>: $VAR_SUBTITLE$</a:t>
            </a:r>
          </a:p>
        </p:txBody>
      </p:sp>
    </p:spTree>
    <p:extLst>
      <p:ext uri="{BB962C8B-B14F-4D97-AF65-F5344CB8AC3E}">
        <p14:creationId xmlns:p14="http://schemas.microsoft.com/office/powerpoint/2010/main" val="10462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A2D9DD-06EF-BC40-D8ED-602637EE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$VAR_TITLE_2$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648AD-C3CA-2436-7DEC-77FF771E7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$VAR_LIST_SLIDE$</a:t>
            </a:r>
          </a:p>
        </p:txBody>
      </p:sp>
      <p:pic>
        <p:nvPicPr>
          <p:cNvPr id="3" name="Picture 2" descr="$VAR_IMG_SLIDE2$">
            <a:extLst>
              <a:ext uri="{FF2B5EF4-FFF2-40B4-BE49-F238E27FC236}">
                <a16:creationId xmlns:a16="http://schemas.microsoft.com/office/drawing/2014/main" id="{D6B20424-9862-F0DD-4747-DF5DEDF13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581" y="2010400"/>
            <a:ext cx="2947071" cy="23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85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B318A-5D63-104C-EAF0-83519D7E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AED8A-C0A6-EA38-4B18-BF750D2CE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261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55</Words>
  <Application>Microsoft Office PowerPoint</Application>
  <PresentationFormat>Widescreen</PresentationFormat>
  <Paragraphs>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$VAR_TITLE$</vt:lpstr>
      <vt:lpstr>$VAR_TITLE_2$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phpdocx</cp:lastModifiedBy>
  <cp:revision>10</cp:revision>
  <dcterms:created xsi:type="dcterms:W3CDTF">2022-09-27T07:47:57Z</dcterms:created>
  <dcterms:modified xsi:type="dcterms:W3CDTF">2024-05-29T14:15:05Z</dcterms:modified>
</cp:coreProperties>
</file>