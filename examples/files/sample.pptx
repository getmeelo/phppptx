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1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phppptx</a:t>
            </a:r>
            <a:endParaRPr lang="es-E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features_title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Phppptx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Content Placeholder 2" descr="list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Create</a:t>
            </a:r>
            <a:r>
              <a:rPr lang="es-ES" dirty="0"/>
              <a:t> new PPTX files</a:t>
            </a:r>
          </a:p>
          <a:p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templates</a:t>
            </a:r>
            <a:endParaRPr lang="es-ES" dirty="0"/>
          </a:p>
          <a:p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images</a:t>
            </a:r>
            <a:endParaRPr lang="es-ES" dirty="0"/>
          </a:p>
          <a:p>
            <a:r>
              <a:rPr lang="es-ES" dirty="0" err="1"/>
              <a:t>Convert</a:t>
            </a:r>
            <a:r>
              <a:rPr lang="es-ES" dirty="0"/>
              <a:t> HTML</a:t>
            </a:r>
          </a:p>
          <a:p>
            <a:r>
              <a:rPr lang="es-ES" dirty="0" err="1"/>
              <a:t>Encrypt</a:t>
            </a:r>
            <a:r>
              <a:rPr lang="es-ES" dirty="0"/>
              <a:t> and </a:t>
            </a:r>
            <a:r>
              <a:rPr lang="es-ES" dirty="0" err="1"/>
              <a:t>sign</a:t>
            </a:r>
            <a:endParaRPr lang="es-ES" dirty="0"/>
          </a:p>
          <a:p>
            <a:r>
              <a:rPr lang="es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oduct_title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products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Welcome to phppptx</vt:lpstr>
      <vt:lpstr>Phppptx features</vt:lpstr>
      <vt:lpstr>Other products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dynadocx</cp:lastModifiedBy>
  <cp:revision>4</cp:revision>
  <dcterms:created xsi:type="dcterms:W3CDTF">2022-09-27T07:47:57Z</dcterms:created>
  <dcterms:modified xsi:type="dcterms:W3CDTF">2023-06-15T10:29:44Z</dcterms:modified>
</cp:coreProperties>
</file>