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9E-4073-8012-C004B2AADF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9E-4073-8012-C004B2AADF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9E-4073-8012-C004B2AADF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7855504"/>
        <c:axId val="466894816"/>
      </c:barChart>
      <c:catAx>
        <c:axId val="205785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66894816"/>
        <c:crosses val="autoZero"/>
        <c:auto val="1"/>
        <c:lblAlgn val="ctr"/>
        <c:lblOffset val="100"/>
        <c:noMultiLvlLbl val="0"/>
      </c:catAx>
      <c:valAx>
        <c:axId val="466894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05785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64C-4F0A-AD79-D6FA64DD2D3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64C-4F0A-AD79-D6FA64DD2D3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64C-4F0A-AD79-D6FA64DD2D3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64C-4F0A-AD79-D6FA64DD2D3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2E-49F2-A9CB-3327E0BC5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A </a:t>
            </a:r>
            <a:r>
              <a:rPr lang="es-ES" dirty="0" err="1"/>
              <a:t>title</a:t>
            </a:r>
            <a:endParaRPr lang="es-E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F0-47BF-BCD9-4B67DFA0D2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F0-47BF-BCD9-4B67DFA0D2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F0-47BF-BCD9-4B67DFA0D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57852624"/>
        <c:axId val="607155424"/>
      </c:lineChart>
      <c:catAx>
        <c:axId val="205785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07155424"/>
        <c:crosses val="autoZero"/>
        <c:auto val="1"/>
        <c:lblAlgn val="ctr"/>
        <c:lblOffset val="100"/>
        <c:noMultiLvlLbl val="0"/>
      </c:catAx>
      <c:valAx>
        <c:axId val="607155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057852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D4BD-F3B3-00BB-23F9-3D00ABF5F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FEC82-99ED-4EB4-84B4-55300326D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5F644-B83C-6A9E-C685-9EE0AC78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DA21F-F4FD-48A9-0F8A-562EE1AA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CEF1E-DD09-4DFF-6C5F-417CC48A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201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DDF8-8EC5-264A-BB29-3D9F632B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879A5-26CF-A10F-EF0E-2A8B9A978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0C731-7353-CA82-FD22-7F1B582A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2C08D-1D0C-8337-A798-A76077731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CF9C-5767-0FD1-BE67-1A244E16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624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298D-F73A-A68A-58D8-EEBDEA40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AC4A-6EFF-5177-CE82-16135DD7C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DF8A2-F0DD-517E-DA21-BAAC9B5C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B06AB-8051-9A42-AA7E-AE4F48B1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75693-38B5-E69F-77F5-90927D99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943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5FEA-B2B2-29FE-BCC4-CF900714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D0CDB-857C-85CB-40E1-0868039A2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69F7C-5F14-9123-4C66-4EBB0540F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019A9-B582-90AD-8A0F-B7ABA58B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12A89-12AE-C242-1D01-D6F0F4309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A5764-775C-09BC-8AF3-9CC7FA28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540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10E8-3E03-0571-D6AC-BD8F28C6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9ED67-FA57-9606-0B8E-A9713DCE1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26AC6-EF16-348E-4B75-BCAF8C62B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C4EA3-F39B-7134-8929-F8AF936F0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7B526-AE88-4ED7-D70F-A1BA4B2E4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2015A2-8BAD-4D1E-AECF-6242F0FA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66C5-E5F9-07DD-EBBA-7D604BFA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7D623-74E7-0449-5255-04BF4DE1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51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55D2-CBE4-2EA7-12E2-940F6B8DB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FAEDC-79E8-BDD9-0C66-C4ACD3B6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CDA31-8C06-2718-0704-73B953BD5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3D23A-4046-4A7F-D579-CB459E52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306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75321-0510-9444-DD8C-9544D098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FA8C6-6AAA-6737-C772-8BE864FD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3819C-D1DD-CDEC-4149-14174502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871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78BC-419B-95AA-4BA5-5BF4137B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08C77-4170-8E12-1FD9-B5F12E0E0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4CC29-BA19-9F0C-7C95-EE9037E31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94CB5-9C8D-9010-4295-D16B6EF6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CE88E-6F05-9A0E-6135-2D02F119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63CC7-962C-C732-3D30-B8D88011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075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681C-B3AC-EDEF-BDF6-D9BC7D6F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4E3FE-87FA-6495-9E91-2D7665BFD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B9772-2A0F-3D12-8AA0-54A52725D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584B0-A1FF-DE7C-AE3E-2C59F053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960A-9785-5987-6383-31D4739D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C4A01-23B4-4E54-5B5A-B7502EEB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506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C6E-1942-9BD2-ADEC-2C25E6F1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AB6B1-4F4C-9CDD-6012-033BE823A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F3F8D-D9C2-E940-4DFB-7C2D6C3E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D8F0B-2DF8-B843-C168-EF9988BC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49BAF-DD56-C36D-A311-8FDE50073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192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F40574-46E9-68D9-2E08-36B054EA2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72CDB-B65F-749B-B43C-6AF195E84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2DFBB-0E57-5AEA-820B-764FD203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3CC4B-1779-9A55-0549-21304FAE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C07C-C406-CB45-3E3F-5A94A2F4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39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94B51-2B5A-02CB-EA87-71DA3FEF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C4EB-16C7-01EA-3A66-804218751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52F4C-0A88-B95F-C908-5160C715C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F59C4-2824-4F40-9757-4C5EE61E27D5}" type="datetimeFigureOut">
              <a:rPr lang="es-ES" smtClean="0"/>
              <a:t>28/11/2023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903B5-7747-A341-39CE-81387706F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4C59D-0424-5AE2-19B7-91B597CC4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73AFD-1156-4373-87D0-3A53923E3E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9610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10BD-BA3B-8837-9A1B-E0F6A7EF9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3773"/>
            <a:ext cx="9144000" cy="816190"/>
          </a:xfrm>
        </p:spPr>
        <p:txBody>
          <a:bodyPr>
            <a:normAutofit fontScale="90000"/>
          </a:bodyPr>
          <a:lstStyle/>
          <a:p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EEF0C-5390-3732-3C1A-CBBFB20B5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7F1759E-5931-BDA9-6896-8AFCEC755C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360452"/>
              </p:ext>
            </p:extLst>
          </p:nvPr>
        </p:nvGraphicFramePr>
        <p:xfrm>
          <a:off x="7102389" y="372189"/>
          <a:ext cx="3565611" cy="1887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1401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457F988-B4B0-9FE3-EE95-2F1777668E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298076"/>
              </p:ext>
            </p:extLst>
          </p:nvPr>
        </p:nvGraphicFramePr>
        <p:xfrm>
          <a:off x="1111421" y="1986234"/>
          <a:ext cx="3423508" cy="2412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6045ADB-ABDE-FCBF-C7CB-B992D9C8D5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3425672"/>
              </p:ext>
            </p:extLst>
          </p:nvPr>
        </p:nvGraphicFramePr>
        <p:xfrm>
          <a:off x="5566032" y="1862667"/>
          <a:ext cx="4541795" cy="2740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83515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dynadocx</dc:creator>
  <cp:lastModifiedBy>dynadocx</cp:lastModifiedBy>
  <cp:revision>2</cp:revision>
  <dcterms:created xsi:type="dcterms:W3CDTF">2023-11-24T07:36:57Z</dcterms:created>
  <dcterms:modified xsi:type="dcterms:W3CDTF">2023-11-28T11:10:48Z</dcterms:modified>
</cp:coreProperties>
</file>