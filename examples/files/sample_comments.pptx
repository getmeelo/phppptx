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ynadocx" initials="dynadocx" lastIdx="3" clrIdx="0">
    <p:extLst>
      <p:ext uri="{19B8F6BF-5375-455C-9EA6-DF929625EA0E}">
        <p15:presenceInfo xmlns:p15="http://schemas.microsoft.com/office/powerpoint/2012/main" userId="dynadoc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2" y="1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22T14:01:31.427" idx="1">
    <p:pos x="3072" y="453"/>
    <p:text>phppptx comment</p:text>
    <p:extLst>
      <p:ext uri="{C676402C-5697-4E1C-873F-D02D1690AC5C}">
        <p15:threadingInfo xmlns:p15="http://schemas.microsoft.com/office/powerpoint/2012/main" timeZoneBias="-120"/>
      </p:ext>
    </p:extLst>
  </p:cm>
  <p:cm authorId="1" dt="2023-06-22T14:01:55.788" idx="3">
    <p:pos x="933" y="2709"/>
    <p:text>Many other features.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22T14:01:45.310" idx="2">
    <p:pos x="2818" y="452"/>
    <p:text>PHP products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F868-B431-77A1-196D-ED85D9390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22/06/2023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doc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2.xml"/><Relationship Id="rId5" Type="http://schemas.openxmlformats.org/officeDocument/2006/relationships/hyperlink" Target="http://www.phpxlsx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7E0-35AA-A095-27AA-0D419387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sz="6600" b="1" dirty="0" err="1">
                <a:solidFill>
                  <a:schemeClr val="bg1"/>
                </a:solidFill>
              </a:rPr>
              <a:t>Welcome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to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phppptx</a:t>
            </a:r>
            <a:endParaRPr lang="es-E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93A56-38A7-02F0-4010-7D87B5E5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i="1" dirty="0"/>
          </a:p>
          <a:p>
            <a:pPr algn="r"/>
            <a:r>
              <a:rPr lang="es-ES" i="1" dirty="0"/>
              <a:t>PowerPoint </a:t>
            </a:r>
            <a:r>
              <a:rPr lang="es-ES" i="1" dirty="0" err="1"/>
              <a:t>documents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PHP.</a:t>
            </a:r>
          </a:p>
        </p:txBody>
      </p:sp>
    </p:spTree>
    <p:extLst>
      <p:ext uri="{BB962C8B-B14F-4D97-AF65-F5344CB8AC3E}">
        <p14:creationId xmlns:p14="http://schemas.microsoft.com/office/powerpoint/2010/main" val="9083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features_title">
            <a:extLst>
              <a:ext uri="{FF2B5EF4-FFF2-40B4-BE49-F238E27FC236}">
                <a16:creationId xmlns:a16="http://schemas.microsoft.com/office/drawing/2014/main" id="{4DF4D76A-5DEE-2F48-4B17-0152E44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Phppptx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</a:t>
            </a:r>
          </a:p>
        </p:txBody>
      </p:sp>
      <p:sp>
        <p:nvSpPr>
          <p:cNvPr id="3" name="Content Placeholder 2" descr="list">
            <a:extLst>
              <a:ext uri="{FF2B5EF4-FFF2-40B4-BE49-F238E27FC236}">
                <a16:creationId xmlns:a16="http://schemas.microsoft.com/office/drawing/2014/main" id="{52E1560B-3658-9DC6-F69C-D8A969F3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Create</a:t>
            </a:r>
            <a:r>
              <a:rPr lang="es-ES" dirty="0"/>
              <a:t> new PPTX files</a:t>
            </a:r>
          </a:p>
          <a:p>
            <a:r>
              <a:rPr lang="es-ES" dirty="0" err="1"/>
              <a:t>Work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templates</a:t>
            </a:r>
            <a:endParaRPr lang="es-ES" dirty="0"/>
          </a:p>
          <a:p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images</a:t>
            </a:r>
            <a:endParaRPr lang="es-ES" dirty="0"/>
          </a:p>
          <a:p>
            <a:r>
              <a:rPr lang="es-ES" dirty="0" err="1"/>
              <a:t>Convert</a:t>
            </a:r>
            <a:r>
              <a:rPr lang="es-ES" dirty="0"/>
              <a:t> HTML</a:t>
            </a:r>
          </a:p>
          <a:p>
            <a:r>
              <a:rPr lang="es-ES" dirty="0" err="1"/>
              <a:t>Encrypt</a:t>
            </a:r>
            <a:r>
              <a:rPr lang="es-ES" dirty="0"/>
              <a:t> and </a:t>
            </a:r>
            <a:r>
              <a:rPr lang="es-ES" dirty="0" err="1"/>
              <a:t>sign</a:t>
            </a:r>
            <a:endParaRPr lang="es-ES" dirty="0"/>
          </a:p>
          <a:p>
            <a:r>
              <a:rPr lang="es-ES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8612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roduct_title">
            <a:extLst>
              <a:ext uri="{FF2B5EF4-FFF2-40B4-BE49-F238E27FC236}">
                <a16:creationId xmlns:a16="http://schemas.microsoft.com/office/drawing/2014/main" id="{249D5D77-A917-29F4-5564-CFAA023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products</a:t>
            </a:r>
            <a:r>
              <a:rPr lang="es-E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4DF29-A922-4CAC-E627-9B483792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2349644"/>
            <a:ext cx="2831746" cy="231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40957-775D-EFBA-16FC-6C94F3FF231F}"/>
              </a:ext>
            </a:extLst>
          </p:cNvPr>
          <p:cNvSpPr txBox="1"/>
          <p:nvPr/>
        </p:nvSpPr>
        <p:spPr>
          <a:xfrm>
            <a:off x="2263140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www.phpdocx.com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36ABF-C003-BD65-8A3F-56F6DD63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7114" y="2394471"/>
            <a:ext cx="2831746" cy="2221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447329-BB40-3ABE-F5BB-33FAFE144454}"/>
              </a:ext>
            </a:extLst>
          </p:cNvPr>
          <p:cNvSpPr txBox="1"/>
          <p:nvPr/>
        </p:nvSpPr>
        <p:spPr>
          <a:xfrm>
            <a:off x="7219034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5"/>
              </a:rPr>
              <a:t>www.phpxlsx.com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7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Welcome to phppptx</vt:lpstr>
      <vt:lpstr>Phppptx features </vt:lpstr>
      <vt:lpstr>Other products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dynadocx</cp:lastModifiedBy>
  <cp:revision>5</cp:revision>
  <dcterms:created xsi:type="dcterms:W3CDTF">2022-09-27T07:47:57Z</dcterms:created>
  <dcterms:modified xsi:type="dcterms:W3CDTF">2023-06-22T12:02:14Z</dcterms:modified>
</cp:coreProperties>
</file>